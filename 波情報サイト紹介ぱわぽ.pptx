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90" d="100"/>
          <a:sy n="90" d="100"/>
        </p:scale>
        <p:origin x="87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B09A3C-85B7-BC5D-33EB-DCDD1BFEC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8F5D8DA-C982-46FC-EA35-C37825477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58A387-16D3-71C3-C9C7-ABB77D46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888A-43A5-4567-AF92-15CE4D9BF9C5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AB44FF-4890-0959-CD31-4B3B2D5E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56D103-3BD7-4F0C-509B-E4AB5A8B5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15A31-12B6-4593-A2D6-3553EE890F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502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50766C-8F47-6922-D1C0-228BCD31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AB90A9-BA9A-93B9-0E05-FC2C7FA34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5D1702-3186-71FB-FB85-857DF4CB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888A-43A5-4567-AF92-15CE4D9BF9C5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D4E847-FD5E-05EA-2DE2-3EE38CBEA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CC7359-26B1-3456-B032-8BA9E988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15A31-12B6-4593-A2D6-3553EE890F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38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B6ADE9-8390-CE94-89A0-18EAD133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90628A-045C-6E06-837C-579704171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718102-0BEE-B10D-BF68-015F0303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888A-43A5-4567-AF92-15CE4D9BF9C5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6EAB60-4CF6-D2D4-5F3B-5EC1DA672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3452B0-7D40-700E-2128-D798FE0B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15A31-12B6-4593-A2D6-3553EE890F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268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E58FAE-05E6-C304-7BE3-37A6D6C7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B84B7A-456F-2E52-E14F-A27CBC5DB1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E75EC29-1196-8477-652B-7EFBA3F1F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B2C99A-3635-0985-C951-D6986AA7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888A-43A5-4567-AF92-15CE4D9BF9C5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3128CB-909F-7F58-44C6-EF545380E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9FE72A-A3ED-B989-77EA-40A48333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15A31-12B6-4593-A2D6-3553EE890F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CF068B-A440-1C73-9ECF-392BFC940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648132-E06C-BE46-8F70-88CA9EB1F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9B642E-AA11-9C22-D1C8-1412AC91B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C673181-3277-7988-D725-0C31575CC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D93149C-A2B3-9B0D-738C-8DF6A668A4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ED6E8DE-F47B-FBD0-914A-0A41B9670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888A-43A5-4567-AF92-15CE4D9BF9C5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128A553-0D25-79AF-3E84-BBEF1957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A40E2DE-2B33-EE76-753C-2D643A1E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15A31-12B6-4593-A2D6-3553EE890F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874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4D0290-CF81-120A-970F-AC8034A4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D904EFA-83DF-202D-3FB0-04A2057ED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888A-43A5-4567-AF92-15CE4D9BF9C5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6A0760-AF22-E65D-8F7D-F727CD00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2D578EB-A47F-31BF-4BEE-889FFFF16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15A31-12B6-4593-A2D6-3553EE890F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398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302F3CA-175E-82BC-1A56-3B471AFE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888A-43A5-4567-AF92-15CE4D9BF9C5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4A3A735-AD66-BFAD-FB91-E327D631C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D41636-3BBC-B005-2B7B-B76DF305D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15A31-12B6-4593-A2D6-3553EE890F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090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B66DA-6000-7166-8C2D-0CF158CCE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79571C-37A6-029C-3178-EB80DB2C1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AB40B7-0A88-7C31-DF66-2599EF467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788299-8260-31CE-7C7F-5C890B7D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888A-43A5-4567-AF92-15CE4D9BF9C5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D211731-E2E1-5FDD-F0C8-CC289DFD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5F8477-4904-08DC-467E-485BDF04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15A31-12B6-4593-A2D6-3553EE890F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800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15CF85-5438-40E1-3B45-2074AB0D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CDFDB1B-04F1-0C2A-8003-B2C834E74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EBE3C2-8A37-EDAF-DC28-985425D0F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0D90F1-7E7F-AB45-A0F9-6261DBE24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888A-43A5-4567-AF92-15CE4D9BF9C5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5625D7-3CE1-D30D-0EFC-3444626B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51034D-697C-FA6E-2A23-44031D29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15A31-12B6-4593-A2D6-3553EE890F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220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73B2DE-4706-BF6A-E82A-A6901D27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3A7BFE-FCDA-B549-467B-4C9723C4D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410855-7BC3-DC28-0A67-CEAC1D7AD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888A-43A5-4567-AF92-15CE4D9BF9C5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143137-7425-AA5D-46EA-79354F7E4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0BD658-93B3-4CD3-A243-9BC71C1E3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15A31-12B6-4593-A2D6-3553EE890F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246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2B314FB-2166-155E-14AC-843914506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765712-2CC6-22A6-9147-43B12CD52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164E80-A6BA-31AC-C99C-0EEE3D8D7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888A-43A5-4567-AF92-15CE4D9BF9C5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6B7073-1C84-14F4-4809-D7FB00A1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15ACAD-647E-6136-9F70-6123ED43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15A31-12B6-4593-A2D6-3553EE890F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352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2678FF7-42B8-06D1-7667-0ABE70886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2E2416-A6F7-1592-9235-91D6CA538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A777C9-A46E-BE10-3090-B01CE274A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0888A-43A5-4567-AF92-15CE4D9BF9C5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48476B-B124-B2CF-A4C2-FE81F5C05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F547E6-61B5-16C0-3355-412BB11E7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15A31-12B6-4593-A2D6-3553EE890F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892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7853F9-D538-C534-8298-BAF2C2D498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波情報サイト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49ABDE6-2B94-24A0-3CEB-07C43A6C6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市川柊海</a:t>
            </a:r>
          </a:p>
        </p:txBody>
      </p:sp>
    </p:spTree>
    <p:extLst>
      <p:ext uri="{BB962C8B-B14F-4D97-AF65-F5344CB8AC3E}">
        <p14:creationId xmlns:p14="http://schemas.microsoft.com/office/powerpoint/2010/main" val="279808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FDEEAF-0F64-F050-7ED2-44F74C6A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E3EEA0-D904-32F9-21E2-B8C9FE93C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サーフィンで用いる際に必要な気象情報を得ること。</a:t>
            </a:r>
            <a:endParaRPr lang="en-US" altLang="ja-JP" dirty="0"/>
          </a:p>
          <a:p>
            <a:r>
              <a:rPr kumimoji="1" lang="ja-JP" altLang="en-US" dirty="0"/>
              <a:t>個人、レベル別に合わせた、気象情報の評価、点数。（新規性）</a:t>
            </a:r>
          </a:p>
        </p:txBody>
      </p:sp>
    </p:spTree>
    <p:extLst>
      <p:ext uri="{BB962C8B-B14F-4D97-AF65-F5344CB8AC3E}">
        <p14:creationId xmlns:p14="http://schemas.microsoft.com/office/powerpoint/2010/main" val="4175958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5524AA-8339-BB36-DF5E-7913A0929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960687-627B-EB16-3DF3-0C7B15948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・評価実験する際に誰でも使えるように</a:t>
            </a:r>
            <a:r>
              <a:rPr kumimoji="1" lang="en-US" altLang="ja-JP" dirty="0"/>
              <a:t>web</a:t>
            </a:r>
            <a:r>
              <a:rPr kumimoji="1" lang="ja-JP" altLang="en-US" dirty="0"/>
              <a:t>サイトを開発</a:t>
            </a:r>
            <a:endParaRPr lang="ja-JP" altLang="en-US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1. Python</a:t>
            </a:r>
            <a:r>
              <a:rPr lang="ja-JP" altLang="en-US" dirty="0"/>
              <a:t>（バックエンド）</a:t>
            </a:r>
          </a:p>
          <a:p>
            <a:pPr marL="0" indent="0">
              <a:buNone/>
            </a:pPr>
            <a:r>
              <a:rPr lang="ja-JP" altLang="en-US" dirty="0"/>
              <a:t>フレームワーク</a:t>
            </a:r>
            <a:r>
              <a:rPr lang="en-US" altLang="ja-JP" dirty="0"/>
              <a:t>: Flask</a:t>
            </a:r>
            <a:endParaRPr lang="ja-JP" altLang="en-US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2. HTML</a:t>
            </a:r>
            <a:r>
              <a:rPr lang="ja-JP" altLang="en-US" dirty="0"/>
              <a:t>（フロントエンド </a:t>
            </a:r>
            <a:r>
              <a:rPr lang="en-US" altLang="ja-JP" dirty="0"/>
              <a:t>/ </a:t>
            </a:r>
            <a:r>
              <a:rPr lang="ja-JP" altLang="en-US" dirty="0"/>
              <a:t>構造）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3. JavaScript</a:t>
            </a:r>
            <a:r>
              <a:rPr lang="ja-JP" altLang="en-US" dirty="0"/>
              <a:t>（フロントエンド </a:t>
            </a:r>
            <a:r>
              <a:rPr lang="en-US" altLang="ja-JP" dirty="0"/>
              <a:t>/ </a:t>
            </a:r>
            <a:r>
              <a:rPr lang="ja-JP" altLang="en-US" dirty="0"/>
              <a:t>動的処理）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9398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00A3AC-A9A5-C5E8-E0C4-2F07E54BF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進捗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CB49E2-AE64-0365-CF7D-F14F4D4A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外部</a:t>
            </a:r>
            <a:r>
              <a:rPr lang="en-US" altLang="ja-JP" dirty="0"/>
              <a:t>API</a:t>
            </a:r>
            <a:r>
              <a:rPr lang="ja-JP" altLang="en-US" dirty="0"/>
              <a:t>（</a:t>
            </a:r>
            <a:r>
              <a:rPr lang="en-US" altLang="ja-JP" dirty="0" err="1"/>
              <a:t>Stormglass</a:t>
            </a:r>
            <a:r>
              <a:rPr lang="ja-JP" altLang="en-US" dirty="0"/>
              <a:t>）を用いデータを表示</a:t>
            </a:r>
            <a:br>
              <a:rPr lang="en-US" altLang="ja-JP" dirty="0"/>
            </a:br>
            <a:endParaRPr lang="en-US" altLang="ja-JP" dirty="0"/>
          </a:p>
          <a:p>
            <a:r>
              <a:rPr lang="ja-JP" altLang="en-US"/>
              <a:t>日付選択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5583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93</Words>
  <Application>Microsoft Office PowerPoint</Application>
  <PresentationFormat>ワイド画面</PresentationFormat>
  <Paragraphs>17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波情報サイト</vt:lpstr>
      <vt:lpstr>目的</vt:lpstr>
      <vt:lpstr>概要</vt:lpstr>
      <vt:lpstr>進捗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202304700</dc:creator>
  <cp:lastModifiedBy>202304700</cp:lastModifiedBy>
  <cp:revision>1</cp:revision>
  <dcterms:created xsi:type="dcterms:W3CDTF">2026-04-06T06:22:45Z</dcterms:created>
  <dcterms:modified xsi:type="dcterms:W3CDTF">2026-04-06T06:43:09Z</dcterms:modified>
</cp:coreProperties>
</file>